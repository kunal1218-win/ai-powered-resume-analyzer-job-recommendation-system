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h4d29de3f3456d3f6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h4d29de3f3456d3f6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h4d29de3f3456d3f6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h4d29de3f3456d3f6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h4d29de3f3456d3f6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h4d29de3f3456d3f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h4d29de3f3456d3f6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h4d29de3f3456d3f6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h4d29de3f3456d3f6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h4d29de3f3456d3f6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h4d29de3f3456d3f6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h4d29de3f3456d3f6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h4d29de3f3456d3f6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h4d29de3f3456d3f6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h4d29de3f3456d3f6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h4d29de3f3456d3f6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h4d29de3f3456d3f6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h4d29de3f3456d3f6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h4d29de3f3456d3f6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h4d29de3f3456d3f6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h4d29de3f3456d3f6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h4d29de3f3456d3f6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h4d29de3f3456d3f6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h4d29de3f3456d3f6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h4d29de3f3456d3f6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h4d29de3f3456d3f6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h4d29de3f3456d3f6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h4d29de3f3456d3f6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h4d29de3f3456d3f6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h4d29de3f3456d3f6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AI-Powered Resume Analyzer &amp; Job Recommendation System. 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407225" y="28781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900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rPr>
              <a:t>Presentation</a:t>
            </a:r>
            <a:r>
              <a:rPr lang="en-GB" sz="1900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rPr>
              <a:t> </a:t>
            </a:r>
            <a:endParaRPr sz="3600"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Impact"/>
                <a:ea typeface="Impact"/>
                <a:cs typeface="Impact"/>
                <a:sym typeface="Impact"/>
              </a:rPr>
              <a:t>Slide 1 — AI-Powered Resume Analyzer &amp; Job Recommendation System </a:t>
            </a:r>
            <a:endParaRPr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530450"/>
            <a:ext cx="8520600" cy="30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Presented by:</a:t>
            </a:r>
            <a:r>
              <a:rPr lang="en-GB" sz="1100">
                <a:solidFill>
                  <a:schemeClr val="dk1"/>
                </a:solidFill>
              </a:rPr>
              <a:t> Kunal Maruti Jong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Class:</a:t>
            </a:r>
            <a:r>
              <a:rPr lang="en-GB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Department: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Academic Year:</a:t>
            </a:r>
            <a:r>
              <a:rPr lang="en-GB" sz="1100">
                <a:solidFill>
                  <a:schemeClr val="dk1"/>
                </a:solidFill>
              </a:rPr>
              <a:t> 2026–27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923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Impact"/>
                <a:ea typeface="Impact"/>
                <a:cs typeface="Impact"/>
                <a:sym typeface="Impact"/>
              </a:rPr>
              <a:t>Slide 2 — Introduction</a:t>
            </a:r>
            <a:r>
              <a:rPr lang="en-GB"/>
              <a:t> 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Finding suitable jobs can be difficult for students and fresh graduates.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Many students are unaware of the skills required for their desired job roles.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Our project uses </a:t>
            </a:r>
            <a:r>
              <a:rPr b="1" lang="en-GB" sz="1100">
                <a:solidFill>
                  <a:schemeClr val="dk1"/>
                </a:solidFill>
              </a:rPr>
              <a:t>Artificial Intelligence and Natural Language Processing (NLP)</a:t>
            </a:r>
            <a:r>
              <a:rPr lang="en-GB" sz="1100">
                <a:solidFill>
                  <a:schemeClr val="dk1"/>
                </a:solidFill>
              </a:rPr>
              <a:t> to analyze resumes.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The system provides personalized job-role recommendations and identifies missing skills.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Impact"/>
                <a:ea typeface="Impact"/>
                <a:cs typeface="Impact"/>
                <a:sym typeface="Impact"/>
              </a:rPr>
              <a:t>Slide 3 — Problem Statement</a:t>
            </a:r>
            <a:r>
              <a:rPr lang="en-GB"/>
              <a:t> 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Current Problems: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Students may not know which career role suits their skills.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Manually analyzing a resume can be time-consuming.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Important skills may be missing from a resume.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Students often struggle to identify what skills they should learn next.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Job searching can become difficult without proper guidance.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84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Impact"/>
                <a:ea typeface="Impact"/>
                <a:cs typeface="Impact"/>
                <a:sym typeface="Impact"/>
              </a:rPr>
              <a:t>Slide 4 — Proposed Solution</a:t>
            </a:r>
            <a:r>
              <a:rPr lang="en-GB"/>
              <a:t> 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We propose an </a:t>
            </a:r>
            <a:r>
              <a:rPr b="1" lang="en-GB" sz="1100">
                <a:solidFill>
                  <a:schemeClr val="dk1"/>
                </a:solidFill>
              </a:rPr>
              <a:t>AI-powered web application</a:t>
            </a:r>
            <a:r>
              <a:rPr lang="en-GB" sz="1100">
                <a:solidFill>
                  <a:schemeClr val="dk1"/>
                </a:solidFill>
              </a:rPr>
              <a:t> that: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Analyzes a user's resume.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Extracts important skills and keywords.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Calculates a resume compatibility score.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Recommends suitable job roles.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Identifies missing or recommended skills.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Provides personalized career guidance.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Impact"/>
                <a:ea typeface="Impact"/>
                <a:cs typeface="Impact"/>
                <a:sym typeface="Impact"/>
              </a:rPr>
              <a:t>Slide 5 — Objectives</a:t>
            </a:r>
            <a:r>
              <a:rPr lang="en-GB"/>
              <a:t> 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Main Objectives: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Automate basic resume analysis.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Identify technical and professional skills.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Match resumes with suitable job roles.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Find skill gaps.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Help students understand their career options.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Provide an easy-to-use web interface.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Impact"/>
                <a:ea typeface="Impact"/>
                <a:cs typeface="Impact"/>
                <a:sym typeface="Impact"/>
              </a:rPr>
              <a:t>Slide 6 — How the System Works</a:t>
            </a:r>
            <a:r>
              <a:rPr lang="en-GB"/>
              <a:t> 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Resume Upload</a:t>
            </a:r>
            <a:br>
              <a:rPr b="1"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↓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</a:t>
            </a:r>
            <a:r>
              <a:rPr b="1" lang="en-GB" sz="1100">
                <a:solidFill>
                  <a:schemeClr val="dk1"/>
                </a:solidFill>
              </a:rPr>
              <a:t>Text Extraction</a:t>
            </a:r>
            <a:br>
              <a:rPr b="1"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↓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</a:t>
            </a:r>
            <a:r>
              <a:rPr b="1" lang="en-GB" sz="1100">
                <a:solidFill>
                  <a:schemeClr val="dk1"/>
                </a:solidFill>
              </a:rPr>
              <a:t>NLP-Based Processing</a:t>
            </a:r>
            <a:br>
              <a:rPr b="1"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↓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</a:t>
            </a:r>
            <a:r>
              <a:rPr b="1" lang="en-GB" sz="1100">
                <a:solidFill>
                  <a:schemeClr val="dk1"/>
                </a:solidFill>
              </a:rPr>
              <a:t>Skill &amp; Keyword Detection</a:t>
            </a:r>
            <a:br>
              <a:rPr b="1"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↓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</a:t>
            </a:r>
            <a:r>
              <a:rPr b="1" lang="en-GB" sz="1100">
                <a:solidFill>
                  <a:schemeClr val="dk1"/>
                </a:solidFill>
              </a:rPr>
              <a:t>Resume Analysis</a:t>
            </a:r>
            <a:br>
              <a:rPr b="1"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↓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</a:t>
            </a:r>
            <a:r>
              <a:rPr b="1" lang="en-GB" sz="1100">
                <a:solidFill>
                  <a:schemeClr val="dk1"/>
                </a:solidFill>
              </a:rPr>
              <a:t>Job Role Matching</a:t>
            </a:r>
            <a:br>
              <a:rPr b="1"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↓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</a:t>
            </a:r>
            <a:r>
              <a:rPr b="1" lang="en-GB" sz="1100">
                <a:solidFill>
                  <a:schemeClr val="dk1"/>
                </a:solidFill>
              </a:rPr>
              <a:t>Skill Gap Analysis</a:t>
            </a:r>
            <a:br>
              <a:rPr b="1"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↓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</a:t>
            </a:r>
            <a:r>
              <a:rPr b="1" lang="en-GB" sz="1100">
                <a:solidFill>
                  <a:schemeClr val="dk1"/>
                </a:solidFill>
              </a:rPr>
              <a:t>Recommendations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Impact"/>
                <a:ea typeface="Impact"/>
                <a:cs typeface="Impact"/>
                <a:sym typeface="Impact"/>
              </a:rPr>
              <a:t>Slide 7 — Key Features</a:t>
            </a:r>
            <a:r>
              <a:rPr lang="en-GB"/>
              <a:t> </a:t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🔹 </a:t>
            </a:r>
            <a:r>
              <a:rPr b="1" lang="en-GB" sz="1100">
                <a:solidFill>
                  <a:schemeClr val="dk1"/>
                </a:solidFill>
              </a:rPr>
              <a:t>Resume Upload</a:t>
            </a:r>
            <a:br>
              <a:rPr b="1"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Users can upload their resume in PDF format.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🔹 </a:t>
            </a:r>
            <a:r>
              <a:rPr b="1" lang="en-GB" sz="1100">
                <a:solidFill>
                  <a:schemeClr val="dk1"/>
                </a:solidFill>
              </a:rPr>
              <a:t>Skill Extraction</a:t>
            </a:r>
            <a:br>
              <a:rPr b="1"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The system identifies skills mentioned in the resume.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🔹 </a:t>
            </a:r>
            <a:r>
              <a:rPr b="1" lang="en-GB" sz="1100">
                <a:solidFill>
                  <a:schemeClr val="dk1"/>
                </a:solidFill>
              </a:rPr>
              <a:t>Resume Scoring</a:t>
            </a:r>
            <a:br>
              <a:rPr b="1"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Provides a score based on relevant skills and keywords.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🔹 </a:t>
            </a:r>
            <a:r>
              <a:rPr b="1" lang="en-GB" sz="1100">
                <a:solidFill>
                  <a:schemeClr val="dk1"/>
                </a:solidFill>
              </a:rPr>
              <a:t>Job Recommendation</a:t>
            </a:r>
            <a:br>
              <a:rPr b="1"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Suggests suitable job roles based on the user's profile.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🔹 </a:t>
            </a:r>
            <a:r>
              <a:rPr b="1" lang="en-GB" sz="1100">
                <a:solidFill>
                  <a:schemeClr val="dk1"/>
                </a:solidFill>
              </a:rPr>
              <a:t>Skill Gap Analysis</a:t>
            </a:r>
            <a:br>
              <a:rPr b="1"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Shows skills that the user may need to improve.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🔹 </a:t>
            </a:r>
            <a:r>
              <a:rPr b="1" lang="en-GB" sz="1100">
                <a:solidFill>
                  <a:schemeClr val="dk1"/>
                </a:solidFill>
              </a:rPr>
              <a:t>User-Friendly Dashboard</a:t>
            </a:r>
            <a:br>
              <a:rPr b="1"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Displays the results in a simple and understandable format.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5115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Impact"/>
                <a:ea typeface="Impact"/>
                <a:cs typeface="Impact"/>
                <a:sym typeface="Impact"/>
              </a:rPr>
              <a:t>Slide 8 — Technologies Used</a:t>
            </a:r>
            <a:r>
              <a:rPr lang="en-GB"/>
              <a:t> </a:t>
            </a:r>
            <a:endParaRPr/>
          </a:p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311700" y="1152475"/>
            <a:ext cx="8520600" cy="988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100">
                <a:solidFill>
                  <a:schemeClr val="dk1"/>
                </a:solidFill>
              </a:rPr>
              <a:t>Programming Language</a:t>
            </a:r>
            <a:endParaRPr b="1" sz="2100">
              <a:solidFill>
                <a:schemeClr val="dk1"/>
              </a:solidFill>
            </a:endParaRPr>
          </a:p>
          <a:p>
            <a:pPr indent="-3619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GB" sz="2100">
                <a:solidFill>
                  <a:schemeClr val="dk1"/>
                </a:solidFill>
              </a:rPr>
              <a:t>Python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100">
                <a:solidFill>
                  <a:schemeClr val="dk1"/>
                </a:solidFill>
              </a:rPr>
              <a:t>Machine Learning</a:t>
            </a:r>
            <a:endParaRPr b="1" sz="2000">
              <a:solidFill>
                <a:schemeClr val="dk1"/>
              </a:solidFill>
            </a:endParaRPr>
          </a:p>
          <a:p>
            <a:pPr indent="-3619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GB" sz="2100">
                <a:solidFill>
                  <a:schemeClr val="dk1"/>
                </a:solidFill>
              </a:rPr>
              <a:t>Scikit-learn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100">
                <a:solidFill>
                  <a:schemeClr val="dk1"/>
                </a:solidFill>
              </a:rPr>
              <a:t>Data Processing</a:t>
            </a:r>
            <a:endParaRPr b="1" sz="2100">
              <a:solidFill>
                <a:schemeClr val="dk1"/>
              </a:solidFill>
            </a:endParaRPr>
          </a:p>
          <a:p>
            <a:pPr indent="-3619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GB" sz="2100">
                <a:solidFill>
                  <a:schemeClr val="dk1"/>
                </a:solidFill>
              </a:rPr>
              <a:t>Pandas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GB" sz="2100">
                <a:solidFill>
                  <a:schemeClr val="dk1"/>
                </a:solidFill>
              </a:rPr>
              <a:t>NumPy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100">
                <a:solidFill>
                  <a:schemeClr val="dk1"/>
                </a:solidFill>
              </a:rPr>
              <a:t>Natural Language Processing</a:t>
            </a:r>
            <a:endParaRPr b="1" sz="2100">
              <a:solidFill>
                <a:schemeClr val="dk1"/>
              </a:solidFill>
            </a:endParaRPr>
          </a:p>
          <a:p>
            <a:pPr indent="-3619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GB" sz="2100">
                <a:solidFill>
                  <a:schemeClr val="dk1"/>
                </a:solidFill>
              </a:rPr>
              <a:t>NLP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GB" sz="2100">
                <a:solidFill>
                  <a:schemeClr val="dk1"/>
                </a:solidFill>
              </a:rPr>
              <a:t>TF-IDF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GB" sz="2100">
                <a:solidFill>
                  <a:schemeClr val="dk1"/>
                </a:solidFill>
              </a:rPr>
              <a:t>Cosine Similarity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100">
                <a:solidFill>
                  <a:schemeClr val="dk1"/>
                </a:solidFill>
              </a:rPr>
              <a:t>Web Development</a:t>
            </a:r>
            <a:endParaRPr b="1" sz="2100">
              <a:solidFill>
                <a:schemeClr val="dk1"/>
              </a:solidFill>
            </a:endParaRPr>
          </a:p>
          <a:p>
            <a:pPr indent="-3619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GB" sz="2100">
                <a:solidFill>
                  <a:schemeClr val="dk1"/>
                </a:solidFill>
              </a:rPr>
              <a:t>HTML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GB" sz="2100">
                <a:solidFill>
                  <a:schemeClr val="dk1"/>
                </a:solidFill>
              </a:rPr>
              <a:t>CSS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GB" sz="2100">
                <a:solidFill>
                  <a:schemeClr val="dk1"/>
                </a:solidFill>
              </a:rPr>
              <a:t>JavaScript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GB" sz="2100">
                <a:solidFill>
                  <a:schemeClr val="dk1"/>
                </a:solidFill>
              </a:rPr>
              <a:t>Flask / FastAPI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100">
                <a:solidFill>
                  <a:schemeClr val="dk1"/>
                </a:solidFill>
              </a:rPr>
              <a:t>Database</a:t>
            </a:r>
            <a:endParaRPr b="1" sz="2100">
              <a:solidFill>
                <a:schemeClr val="dk1"/>
              </a:solidFill>
            </a:endParaRPr>
          </a:p>
          <a:p>
            <a:pPr indent="-3619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GB" sz="2100">
                <a:solidFill>
                  <a:schemeClr val="dk1"/>
                </a:solidFill>
              </a:rPr>
              <a:t>SQLite / PostgreSQL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100">
                <a:solidFill>
                  <a:schemeClr val="dk1"/>
                </a:solidFill>
              </a:rPr>
              <a:t>Version Control</a:t>
            </a:r>
            <a:endParaRPr b="1" sz="2100">
              <a:solidFill>
                <a:schemeClr val="dk1"/>
              </a:solidFill>
            </a:endParaRPr>
          </a:p>
          <a:p>
            <a:pPr indent="-3619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GB" sz="2100">
                <a:solidFill>
                  <a:schemeClr val="dk1"/>
                </a:solidFill>
              </a:rPr>
              <a:t>Git &amp; GitHub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7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Impact"/>
                <a:ea typeface="Impact"/>
                <a:cs typeface="Impact"/>
                <a:sym typeface="Impact"/>
              </a:rPr>
              <a:t>Slide 9 — Machine Learning Approach</a:t>
            </a:r>
            <a:r>
              <a:rPr lang="en-GB"/>
              <a:t> </a:t>
            </a:r>
            <a:endParaRPr/>
          </a:p>
        </p:txBody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chemeClr val="dk1"/>
                </a:solidFill>
              </a:rPr>
              <a:t>The system can use </a:t>
            </a:r>
            <a:r>
              <a:rPr b="1" lang="en-GB" sz="1300">
                <a:solidFill>
                  <a:schemeClr val="dk1"/>
                </a:solidFill>
              </a:rPr>
              <a:t>Natural Language Processing and Machine Learning</a:t>
            </a:r>
            <a:r>
              <a:rPr lang="en-GB" sz="1300">
                <a:solidFill>
                  <a:schemeClr val="dk1"/>
                </a:solidFill>
              </a:rPr>
              <a:t> techniques.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Process: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>
                <a:solidFill>
                  <a:schemeClr val="dk1"/>
                </a:solidFill>
              </a:rPr>
              <a:t>Extract text from the resume.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>
                <a:solidFill>
                  <a:schemeClr val="dk1"/>
                </a:solidFill>
              </a:rPr>
              <a:t>Clean and preprocess the text.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>
                <a:solidFill>
                  <a:schemeClr val="dk1"/>
                </a:solidFill>
              </a:rPr>
              <a:t>Convert text into numerical features using </a:t>
            </a:r>
            <a:r>
              <a:rPr b="1" lang="en-GB" sz="1300">
                <a:solidFill>
                  <a:schemeClr val="dk1"/>
                </a:solidFill>
              </a:rPr>
              <a:t>TF-IDF</a:t>
            </a:r>
            <a:r>
              <a:rPr lang="en-GB" sz="1300">
                <a:solidFill>
                  <a:schemeClr val="dk1"/>
                </a:solidFill>
              </a:rPr>
              <a:t>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>
                <a:solidFill>
                  <a:schemeClr val="dk1"/>
                </a:solidFill>
              </a:rPr>
              <a:t>Compare resume content with job-role requirements.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>
                <a:solidFill>
                  <a:schemeClr val="dk1"/>
                </a:solidFill>
              </a:rPr>
              <a:t>Calculate similarity using </a:t>
            </a:r>
            <a:r>
              <a:rPr b="1" lang="en-GB" sz="1300">
                <a:solidFill>
                  <a:schemeClr val="dk1"/>
                </a:solidFill>
              </a:rPr>
              <a:t>Cosine Similarity</a:t>
            </a:r>
            <a:r>
              <a:rPr lang="en-GB" sz="1300">
                <a:solidFill>
                  <a:schemeClr val="dk1"/>
                </a:solidFill>
              </a:rPr>
              <a:t>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>
                <a:solidFill>
                  <a:schemeClr val="dk1"/>
                </a:solidFill>
              </a:rPr>
              <a:t>Recommend the most relevant job roles.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Impact"/>
                <a:ea typeface="Impact"/>
                <a:cs typeface="Impact"/>
                <a:sym typeface="Impact"/>
              </a:rPr>
              <a:t>Slide 10 — Example Output</a:t>
            </a:r>
            <a:r>
              <a:rPr lang="en-GB"/>
              <a:t> </a:t>
            </a:r>
            <a:endParaRPr/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Resume Analysis Result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Resume Score:</a:t>
            </a:r>
            <a:r>
              <a:rPr lang="en-GB" sz="1100">
                <a:solidFill>
                  <a:schemeClr val="dk1"/>
                </a:solidFill>
              </a:rPr>
              <a:t> 78/100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Skills Detected:</a:t>
            </a:r>
            <a:endParaRPr b="1" sz="1100">
              <a:solidFill>
                <a:schemeClr val="dk1"/>
              </a:solidFill>
            </a:endParaRPr>
          </a:p>
          <a:p>
            <a:pPr indent="-272256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100">
                <a:solidFill>
                  <a:schemeClr val="dk1"/>
                </a:solidFill>
              </a:rPr>
              <a:t>Python</a:t>
            </a:r>
            <a:endParaRPr sz="1100">
              <a:solidFill>
                <a:schemeClr val="dk1"/>
              </a:solidFill>
            </a:endParaRPr>
          </a:p>
          <a:p>
            <a:pPr indent="-272256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100">
                <a:solidFill>
                  <a:schemeClr val="dk1"/>
                </a:solidFill>
              </a:rPr>
              <a:t>SQL</a:t>
            </a:r>
            <a:endParaRPr sz="1100">
              <a:solidFill>
                <a:schemeClr val="dk1"/>
              </a:solidFill>
            </a:endParaRPr>
          </a:p>
          <a:p>
            <a:pPr indent="-272256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100">
                <a:solidFill>
                  <a:schemeClr val="dk1"/>
                </a:solidFill>
              </a:rPr>
              <a:t>Machine Learning</a:t>
            </a:r>
            <a:endParaRPr sz="1100">
              <a:solidFill>
                <a:schemeClr val="dk1"/>
              </a:solidFill>
            </a:endParaRPr>
          </a:p>
          <a:p>
            <a:pPr indent="-272256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100">
                <a:solidFill>
                  <a:schemeClr val="dk1"/>
                </a:solidFill>
              </a:rPr>
              <a:t>Git</a:t>
            </a:r>
            <a:endParaRPr sz="1100">
              <a:solidFill>
                <a:schemeClr val="dk1"/>
              </a:solidFill>
            </a:endParaRPr>
          </a:p>
          <a:p>
            <a:pPr indent="-272256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100">
                <a:solidFill>
                  <a:schemeClr val="dk1"/>
                </a:solidFill>
              </a:rPr>
              <a:t>Pandas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Recommended Roles:</a:t>
            </a:r>
            <a:endParaRPr b="1" sz="1100">
              <a:solidFill>
                <a:schemeClr val="dk1"/>
              </a:solidFill>
            </a:endParaRPr>
          </a:p>
          <a:p>
            <a:pPr indent="-272256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100">
                <a:solidFill>
                  <a:schemeClr val="dk1"/>
                </a:solidFill>
              </a:rPr>
              <a:t>Machine Learning Intern</a:t>
            </a:r>
            <a:endParaRPr sz="1100">
              <a:solidFill>
                <a:schemeClr val="dk1"/>
              </a:solidFill>
            </a:endParaRPr>
          </a:p>
          <a:p>
            <a:pPr indent="-272256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100">
                <a:solidFill>
                  <a:schemeClr val="dk1"/>
                </a:solidFill>
              </a:rPr>
              <a:t>Data Analyst</a:t>
            </a:r>
            <a:endParaRPr sz="1100">
              <a:solidFill>
                <a:schemeClr val="dk1"/>
              </a:solidFill>
            </a:endParaRPr>
          </a:p>
          <a:p>
            <a:pPr indent="-272256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100">
                <a:solidFill>
                  <a:schemeClr val="dk1"/>
                </a:solidFill>
              </a:rPr>
              <a:t>Python Developer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Recommended Skills to Learn:</a:t>
            </a:r>
            <a:endParaRPr b="1" sz="1100">
              <a:solidFill>
                <a:schemeClr val="dk1"/>
              </a:solidFill>
            </a:endParaRPr>
          </a:p>
          <a:p>
            <a:pPr indent="-272256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100">
                <a:solidFill>
                  <a:schemeClr val="dk1"/>
                </a:solidFill>
              </a:rPr>
              <a:t>Deep Learning</a:t>
            </a:r>
            <a:endParaRPr sz="1100">
              <a:solidFill>
                <a:schemeClr val="dk1"/>
              </a:solidFill>
            </a:endParaRPr>
          </a:p>
          <a:p>
            <a:pPr indent="-272256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100">
                <a:solidFill>
                  <a:schemeClr val="dk1"/>
                </a:solidFill>
              </a:rPr>
              <a:t>Power BI</a:t>
            </a:r>
            <a:endParaRPr sz="1100">
              <a:solidFill>
                <a:schemeClr val="dk1"/>
              </a:solidFill>
            </a:endParaRPr>
          </a:p>
          <a:p>
            <a:pPr indent="-272256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100">
                <a:solidFill>
                  <a:schemeClr val="dk1"/>
                </a:solidFill>
              </a:rPr>
              <a:t>React</a:t>
            </a:r>
            <a:endParaRPr sz="1100">
              <a:solidFill>
                <a:schemeClr val="dk1"/>
              </a:solidFill>
            </a:endParaRPr>
          </a:p>
          <a:p>
            <a:pPr indent="-272256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100">
                <a:solidFill>
                  <a:schemeClr val="dk1"/>
                </a:solidFill>
              </a:rPr>
              <a:t>Advanced SQL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Impact"/>
                <a:ea typeface="Impact"/>
                <a:cs typeface="Impact"/>
                <a:sym typeface="Impact"/>
              </a:rPr>
              <a:t>Slide 11 — Advantages</a:t>
            </a:r>
            <a:r>
              <a:rPr lang="en-GB"/>
              <a:t> </a:t>
            </a:r>
            <a:endParaRPr/>
          </a:p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/>
              <a:t>Saves time during resume analysis.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/>
              <a:t>Helps students understand their strengths.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/>
              <a:t>Provides personalized job recommendations.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/>
              <a:t>Identifies missing skills.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/>
              <a:t>Encourages students to improve their technical skills.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/>
              <a:t>Easy to use and accessible through a web application.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/>
              <a:t>Can be expanded with more advanced AI features.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Impact"/>
                <a:ea typeface="Impact"/>
                <a:cs typeface="Impact"/>
                <a:sym typeface="Impact"/>
              </a:rPr>
              <a:t>Slide 12 — Future Scop</a:t>
            </a:r>
            <a:r>
              <a:rPr lang="en-GB"/>
              <a:t>e </a:t>
            </a:r>
            <a:endParaRPr/>
          </a:p>
        </p:txBody>
      </p:sp>
      <p:sp>
        <p:nvSpPr>
          <p:cNvPr id="127" name="Google Shape;127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In the future, the system can be enhanced with: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AI-generated resume improvement suggestions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Job portal integration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Real-time job recommendations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Interview preparation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AI-generated interview questions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Skill-learning recommendations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LinkedIn profile analysis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Advanced Large Language Model (LLM) integration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Impact"/>
                <a:ea typeface="Impact"/>
                <a:cs typeface="Impact"/>
                <a:sym typeface="Impact"/>
              </a:rPr>
              <a:t>Slide 13 — Expected Outcome</a:t>
            </a:r>
            <a:r>
              <a:rPr lang="en-GB"/>
              <a:t> </a:t>
            </a:r>
            <a:endParaRPr/>
          </a:p>
        </p:txBody>
      </p:sp>
      <p:sp>
        <p:nvSpPr>
          <p:cNvPr id="133" name="Google Shape;133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The proposed system aims to create a platform that helps students: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Analyze → Understand → Improve → Discover → Apply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It will provide students with a better understanding of their skills and suitable career opportunities.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Impact"/>
                <a:ea typeface="Impact"/>
                <a:cs typeface="Impact"/>
                <a:sym typeface="Impact"/>
              </a:rPr>
              <a:t>Slide 14 — Conclusion</a:t>
            </a:r>
            <a:r>
              <a:rPr lang="en-GB"/>
              <a:t> </a:t>
            </a:r>
            <a:endParaRPr/>
          </a:p>
        </p:txBody>
      </p:sp>
      <p:sp>
        <p:nvSpPr>
          <p:cNvPr id="139" name="Google Shape;139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AI-Powered Resume Analyzer &amp; Job Recommendation System</a:t>
            </a:r>
            <a:r>
              <a:rPr lang="en-GB" sz="1100">
                <a:solidFill>
                  <a:schemeClr val="dk1"/>
                </a:solidFill>
              </a:rPr>
              <a:t> combines </a:t>
            </a:r>
            <a:r>
              <a:rPr b="1" lang="en-GB" sz="1100">
                <a:solidFill>
                  <a:schemeClr val="dk1"/>
                </a:solidFill>
              </a:rPr>
              <a:t>Artificial Intelligence, Machine Learning, and NLP</a:t>
            </a:r>
            <a:r>
              <a:rPr lang="en-GB" sz="1100">
                <a:solidFill>
                  <a:schemeClr val="dk1"/>
                </a:solidFill>
              </a:rPr>
              <a:t> to provide personalized career assistance.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The project can help students identify their skills, discover suitable job roles, and understand the skills they need to develop for their desired careers.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8"/>
          <p:cNvSpPr txBox="1"/>
          <p:nvPr>
            <p:ph type="title"/>
          </p:nvPr>
        </p:nvSpPr>
        <p:spPr>
          <a:xfrm>
            <a:off x="311700" y="496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Slide 15 — Is It Worthfull</a:t>
            </a:r>
            <a:endParaRPr/>
          </a:p>
        </p:txBody>
      </p:sp>
      <p:sp>
        <p:nvSpPr>
          <p:cNvPr id="145" name="Google Shape;145;p28"/>
          <p:cNvSpPr txBox="1"/>
          <p:nvPr>
            <p:ph idx="1" type="body"/>
          </p:nvPr>
        </p:nvSpPr>
        <p:spPr>
          <a:xfrm>
            <a:off x="2637975" y="1498975"/>
            <a:ext cx="6605700" cy="33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3100">
                <a:solidFill>
                  <a:schemeClr val="dk1"/>
                </a:solidFill>
              </a:rPr>
              <a:t>Thank You</a:t>
            </a:r>
            <a:endParaRPr b="1" sz="3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900">
                <a:solidFill>
                  <a:schemeClr val="dk1"/>
                </a:solidFill>
              </a:rPr>
              <a:t>Any Questions?</a:t>
            </a:r>
            <a:endParaRPr b="1"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900">
                <a:solidFill>
                  <a:schemeClr val="dk1"/>
                </a:solidFill>
              </a:rPr>
              <a:t>Presented by:</a:t>
            </a:r>
            <a:r>
              <a:rPr lang="en-GB" sz="1900">
                <a:solidFill>
                  <a:schemeClr val="dk1"/>
                </a:solidFill>
              </a:rPr>
              <a:t> Kunal Jong😎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